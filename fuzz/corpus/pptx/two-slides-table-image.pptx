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4000" b="1"/>
              <a:t>Slide one</a:t>
            </a:r>
          </a:p>
        </p:txBody>
      </p:sp>
      <p:sp>
        <p:nvSpPr>
          <p:cNvPr id="3" name="Content 3"/>
          <p:cNvSpPr/>
          <p:nvPr/>
        </p:nvSpPr>
        <p:spPr>
          <a:xfrm>
            <a:off x="838200" y="1825625"/>
            <a:ext cx="10515600" cy="8229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lvl="0">
              <a:buNone/>
            </a:pPr>
            <a:r>
              <a:rPr sz="1800"/>
              <a:t>Intro text</a:t>
            </a:r>
          </a:p>
          <a:p>
            <a:pPr lvl="0">
              <a:buFont typeface="Arial"/>
              <a:buChar char="•"/>
            </a:pPr>
            <a:r>
              <a:rPr sz="1800"/>
              <a:t>point a</a:t>
            </a:r>
          </a:p>
          <a:p>
            <a:pPr lvl="0">
              <a:buFont typeface="Arial"/>
              <a:buChar char="•"/>
            </a:pPr>
            <a:r>
              <a:rPr sz="1800"/>
              <a:t>point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4000" b="1"/>
              <a:t>Slide two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838200" y="1825625"/>
          <a:ext cx="10515600" cy="1112520"/>
        </p:xfrm>
        <a:graphic>
          <a:graphicData uri="http://schemas.openxmlformats.org/drawingml/2006/table">
            <a:tbl>
              <a:tblPr firstRow="1"/>
              <a:tblGrid>
                <a:gridCol w="5257800"/>
                <a:gridCol w="5257800"/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sz="1800" b="1"/>
                        <a:t>Name</a:t>
                      </a:r>
                    </a:p>
                  </a:txBody>
                  <a:tcPr marL="45720" marR="45720" marT="22860" marB="22860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sz="1800" b="1"/>
                        <a:t>Qty</a:t>
                      </a:r>
                    </a:p>
                  </a:txBody>
                  <a:tcPr marL="45720" marR="45720" marT="22860" marB="22860">
                    <a:solidFill>
                      <a:srgbClr val="F6F8FA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sz="1800"/>
                        <a:t>Apple</a:t>
                      </a: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sz="1800"/>
                        <a:t>3</a:t>
                      </a:r>
                    </a:p>
                  </a:txBody>
                  <a:tcPr marL="45720" marR="45720" marT="22860" marB="22860"/>
                </a:tc>
              </a:tr>
              <a:tr h="370840">
                <a:tc grid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sz="1800"/>
                        <a:t>Merged</a:t>
                      </a:r>
                    </a:p>
                  </a:txBody>
                  <a:tcPr marL="45720" marR="45720" marT="22860" marB="22860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</a:p>
                  </a:txBody>
                  <a:tcPr marL="45720" marR="45720" marT="22860" marB="22860"/>
                </a:tc>
              </a:tr>
            </a:tbl>
          </a:graphicData>
        </a:graphic>
      </p:graphicFrame>
      <p:pic>
        <p:nvPicPr>
          <p:cNvPr id="4" name="Picture 4" descr="d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29585"/>
            <a:ext cx="76200" cy="7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rkCopy">
  <a:themeElements>
    <a:clrScheme name="MarkCopy">
      <a:dk1>
        <a:sysClr val="windowText" lastClr="000000"/>
      </a:dk1>
      <a:lt1>
        <a:sysClr val="window" lastClr="FFFFFF"/>
      </a:lt1>
      <a:dk2>
        <a:srgbClr val="1F2328"/>
      </a:dk2>
      <a:lt2>
        <a:srgbClr val="D0D7DE"/>
      </a:lt2>
      <a:accent1>
        <a:srgbClr val="0969DA"/>
      </a:accent1>
      <a:accent2>
        <a:srgbClr val="CF222E"/>
      </a:accent2>
      <a:accent3>
        <a:srgbClr val="1A7F37"/>
      </a:accent3>
      <a:accent4>
        <a:srgbClr val="9A6700"/>
      </a:accent4>
      <a:accent5>
        <a:srgbClr val="8250DF"/>
      </a:accent5>
      <a:accent6>
        <a:srgbClr val="BF3989"/>
      </a:accent6>
      <a:hlink>
        <a:srgbClr val="0969DA"/>
      </a:hlink>
      <a:folHlink>
        <a:srgbClr val="8250DF"/>
      </a:folHlink>
    </a:clrScheme>
    <a:fontScheme name="MarkCopy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arkCopy">
      <a:fillStyleLst>
        <a:solidFill>
          <a:schemeClr val="phClr"/>
        </a:solidFill>
        <a:solidFill>
          <a:schemeClr val="phClr">
            <a:lumMod val="110000"/>
          </a:schemeClr>
        </a:solidFill>
        <a:solidFill>
          <a:schemeClr val="phClr">
            <a:lumMod val="10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lumMod val="105000"/>
          </a:schemeClr>
        </a:solidFill>
        <a:solidFill>
          <a:schemeClr val="phClr">
            <a:lumMod val="102000"/>
          </a:schemeClr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Seed</dc:title>
  <dc:creator>MarkCopy</dc:creator>
  <cp:lastModifiedBy>MarkCopy</cp:lastModifiedBy>
  <dcterms:created xsi:type="dcterms:W3CDTF">2026-01-02T03:04:05Z</dcterms:created>
  <dcterms:modified xsi:type="dcterms:W3CDTF">2026-01-02T03:04:05Z</dcterms:modified>
</cp:coreProperties>
</file>